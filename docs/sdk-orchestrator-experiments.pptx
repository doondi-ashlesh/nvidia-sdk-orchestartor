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SDK ORCHESTRATOR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Deck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goal to deployable NVIDIA plan.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experiments across Stage 1 → Stage 2 → Stage 3   ·   April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content slides + summary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product goal to deployable NVIDIA plan.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grounded stages, one shared model (Nemotron 3 Super 120B), self-hosted on Brev H100s.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606040" cy="7315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GoalSpec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domain, compliance, measurable targets, and requirements the user didn't mention.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606040" cy="7315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NVIDIA services and describe the data flow between them.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60020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600200"/>
            <a:ext cx="2606040" cy="7315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7220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on NVIDIA's real AI Blueprints — produce a customized, deployable notebook.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experimentation-first: the model can produce anything. Making it produce the right thing, consistently, is the hard problem.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experiments, grouped by the question they answered.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63140"/>
                <a:gridCol w="1234440"/>
                <a:gridCol w="47320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foundations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adversary loop config produces the richest GoalSpec?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one prompt's optimization generalize to ten prompts?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breakthrough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 3-sentence prompt beat 13 hard-coded rules?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whole pipeline hold on diverse real domains?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serving provider change output quality, not just latency?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Retry-asymmetry 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–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does a retry loop help vs hurt?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Ground-truth self-heal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execution errors fix themselves?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– 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blueprint grounding deliver customized plans?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1 –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exploration — adversary loop variants.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configurations tested on the same medical RAG prompt.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914400"/>
                <a:gridCol w="914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Baseline: Planner → Adversary →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(t/o)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but slow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Single-pass self-critique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 faster — speed 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49B adversary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14 % faster, less thorough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Domain-template caching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first pass — quality 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cached + asymmetric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either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adversary (cites NVIDIA blueprints)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Evidence-backed challenges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do any of these actually generalize beyond TC-2? That is Exp 7.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cross-domain reality check.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baseline planner vs. every optimization combined. 10 enterprise use cases.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(blueprint exists)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(related blueprints)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(no blueprint)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(minimal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794760"/>
            <a:ext cx="91440" cy="7772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8862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Conclusion.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planner beats sophisticated grounded default 6 – 2. Optimizations that worked on one prompt ≠ optimizations that generalize. Ship the simpler thing.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2 breakthrough — the data-flow prompt.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13 hard-coded rules + 7 enforcement steps with 3 sentences.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8686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"Produce a production-ready path. Describe the DATA FLOW — inputs and outputs for each service. If a service cannot be placed in the data flow, do not include it."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(medical RAG)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hard-coded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10 (self-censors)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"Include ALL services"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10 (kitchen sink)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"Scope + justify"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 (misses evaluator)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Data-flow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 / 10 avg across 7 domains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120B Nemotron does not need rules — it needs the right framing. Asking for data flow forces architectural reasoning; wrong services get naturally excluded.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— three enterprise domains.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(GoalSpec → Path → Notebook) on fundamentally different use cases.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CDSS ("help doctors make better decisions")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8.25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fraud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8.25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recommendations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every time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cuDF API — correct across all domains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mtq.quantize(), RailsConfig.from_path()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tritonclient.http, trtexec with correct flags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packages, no hallucinated imports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6344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inconsistent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train — fabricated CLI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Retriever missed for healthcare occasionally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 `}` syntax errors in some code cells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lifts the ceiling.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NIM on Brev (2× H100 NVL) vs. NVIDIA hosted shared API.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 self-hosted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s (queue)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50×+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GoalSpec draft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– 90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20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path (9 services)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120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25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(1 service)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26060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434840"/>
            <a:ext cx="2606040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Brev from a 3-word input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3246120"/>
            <a:ext cx="26060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4434840"/>
            <a:ext cx="2606040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38328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shared API, same input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246120"/>
            <a:ext cx="2606040" cy="1234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4434840"/>
            <a:ext cx="2606040" cy="4572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12648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shared API silently caps length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free tier — free ≠ free.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as a zero-cost alternative. Fails for notebook generation.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 (free)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– 90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– 90 s (same)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120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120 s (same)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(~30k tokens output)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– 300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dropped at 1559 chars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3474720"/>
            <a:ext cx="91440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5661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  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drops long connections mid-response. Can't ship Stage 3 through it. Both it and the hosted NIM share the same backend for shorter calls — identical latency is the tell.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13 –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retry-asymmetry thesis.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loops help only when the signal is ground truth. Synthetic signals regress quality.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adversary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("what's missing from this spec?")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Regressed — softened 2s→5s latency, dropped FDA SaMD + SOC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validator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("does the path look right?")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Regressed — paths ballooned 8 → 15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AST / narrative retry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("does the notebook look right?")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Regressed — 13 cells → 5 cells in 27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execution retry (Exp 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(actual Python traceback)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— closed 9 bugs → 4 in one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driven by this: all three synthetic-signal retry loops removed. Validators kept as observability only — never fed back to the model.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works — on ground-truth signals.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notebook on GPU hardware. Feed tracebacks to a fix-cell endpoint. Iterate.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463040"/>
                <a:gridCol w="1463040"/>
                <a:gridCol w="14630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closed in one iteration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subprocess.check_call(..., stdin="""...""") — wrong API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Python syntax errors (unescaped newline, broken line continuation, unterminated strings)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MessageFactory version mismatch — loop diagnosed and fixed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4114800"/>
            <a:ext cx="9144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Blocker: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Python executor on Brev infrastructure. Highest-ROI open piece — expected grade lift 8.5 → ~9.0 when wired.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adversary loop audit on vague prompts.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Planner-only vs. planner + adversary loop. Same vague input, measured cost.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"chatbot for hospitals"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 s (9.6× slower)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HIPAA, GDPR, FDA SaMD, SOC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HIPAA, GDPR, HITECH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"credit card fraud"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 s (2× slower)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100k tx/s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(dropped entirely)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DSS, GDPR, CCPA, PSD2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+AML/KYC, +SOX (irrelevant)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57200" y="4069080"/>
            <a:ext cx="91440" cy="59436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4133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Verdict. 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trades the user's ambitious targets for breadth. Baseline wins on vague inputs. Made opt-in via ?deep=true.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· EXPERIMENTS 17 – 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 — from 7.0 to 8.5 in one iteration.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Detailed-healthcare prompt grade across architectural changes.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3035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 baseline + loop Stage 1 + no in-route retry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LAYER_ORDER post-sort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(fraud)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matcher + verbatim return (2 s!)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(wrong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as grounding in LLM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— 4-cell stub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trimmed ref + JSON directive top &amp; bottom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Blueprint-grounded, vague healthcare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Blueprint-grounded, detailed healthcare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— session 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Blueprint-grounded, detailed fraud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grade points from two architectural changes: blueprint as grounding reference (not verbatim output), and JSON-only prompt hardening.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GROUNDING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produces — same prompt, three approaches.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"chatbot for hospitals" — from-scratch vs. verbatim vs. grounded.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17 (from-scratch)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19 (verbatim blueprint)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21a (grounded)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 (no LLM)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machine learning?"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machine learning?"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triage 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regex — fake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Generic, no HIPAA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RailsConfig + HIPAA 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MedNLI (wrong fit)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Wikipedia PDF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hospital FAQ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addressed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rails per GoalSpec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customization — not a sticker. FHIR stub with RxNorm codes, real Triton pbtxt grammar, HMAC-SHA256 audit logging, Kafka integration stubs when the prompt asks for them.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backed by experiments.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cites the experiment that validated it.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Planner-only Stage 1 by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7 (6 – 2 baseline wins) + Exp 15 (loop softens targets)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as ?deep=true opt-in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loop's breadth benefit for detailed prompts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Data-flow Stage 2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8 (8.7 / 10 vs. 4 / 10 for hard-coded rules)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layer-order sort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18 (preserves model's data-flow reasoning)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Stage 2 retry on validator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13 (paths regress 8 → 15 under retry)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Stage 3 retry on AST / narrative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 (13 cells → 5 in 27 min under retry)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as grounding, not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19 vs. Exp 21b (+2 grade points)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Brev-hosted NIM for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10 (shared API silently caps quality)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Validators as observability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14 + retry-asymmetry 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grounding helped — and where it didn't.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31089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73152" cy="310896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genuine lift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chatbot: 7.0 → 8.5 with real RailsConfig + FHIR stub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Fraud: 6.5 → 7.5 with real Triton pbtxt + current trtexec CLI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import rapids, deprecated TRT API, malformed pbtxt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correctness floor is now durable across domains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977640" cy="3108960"/>
          </a:xfrm>
          <a:prstGeom prst="rect">
            <a:avLst/>
          </a:prstGeom>
          <a:solidFill>
            <a:srgbClr val="FFF7ED"/>
          </a:solidFill>
          <a:ln w="6350">
            <a:solidFill>
              <a:srgbClr val="FDBA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508760"/>
            <a:ext cx="73152" cy="3108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help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NeMo Retriever drop on vague RAG prompts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pip-package hallucinations (e.g. rapids==24.06)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syntax errors (garbled line in Model Optimizer cell)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candidates for self-heal loop (next work)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does blueprint retrieval at Stage 2 close the Retriever gap? Does a typed service catalog make ordering deterministic? Both untested.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 to remember.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356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7635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silently caps output quality.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 lifts the cap. Same model, same prompt — 3× richer output. Infrastructure ≠ just latency.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7635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Retry-asymmetry thesis.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ground-truth signals converges; retry on synthetic validator signals diverges. Validated at all three stages.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706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60904"/>
            <a:ext cx="7635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prompt beats hard-coded rules.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outperformed 13 rules + 7 enforcement steps by 4.7 grade points.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38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328416"/>
            <a:ext cx="7635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 do not always generalize.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that hits 10/10 on one prompt may hit 4/10 on diverse prompts. Cross-domain test suites are not optional.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056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995928"/>
            <a:ext cx="7635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grounding ≠ blueprint substitution. 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the blueprint to the LLM as reference produces customized output. Returning it verbatim produces a sticker.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failure classes with concrete fixes queued.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mysteries — measurable work with specific estimates.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7498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loop on live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isolation (Exp 14) — closes 7/10 bugs per iteration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Python executor on Brev   ·   </a:t>
            </a:r>
            <a:pPr algn="l" indent="0" marL="0">
              <a:buNone/>
            </a:pPr>
            <a:r>
              <a:rPr lang="en-US" sz="9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grade: 8.5 → 9.0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7498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31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blueprint-retrieval signal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— would pull Retriever into RAG-shaped paths on vague inputs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vague-input Retriever omission   ·   </a:t>
            </a:r>
            <a:pPr algn="l" indent="0" marL="0">
              <a:buNone/>
            </a:pPr>
            <a:r>
              <a:rPr lang="en-US" sz="9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1 – 2 days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" cy="7498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service catalog (consumes / produces)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4015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not implemented — deterministic ordering + better assembly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"validator-driven retry" config that wouldn't regress — signal is ground truth (graph connectivity)   ·   </a:t>
            </a:r>
            <a:pPr algn="l" indent="0" marL="0">
              <a:buNone/>
            </a:pPr>
            <a:r>
              <a:rPr lang="en-US" sz="9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2 – 3 days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931920"/>
            <a:ext cx="73152" cy="74980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validator known-bad-packages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245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exists — needs rapids==24.06, tritonclientutils, pytorch_modelopt added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class: persistent pip hallucinations   ·   </a:t>
            </a:r>
            <a:pPr algn="l" indent="0" marL="0">
              <a:buNone/>
            </a:pPr>
            <a:r>
              <a:rPr lang="en-US" sz="9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few hours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Orchestrator · Experimentation Deck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2743200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session, from </a:t>
            </a:r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"looks tailored, isn't actually"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algn="l" indent="0" marL="0">
              <a:buNone/>
            </a:pPr>
            <a:r>
              <a:rPr lang="en-US" sz="2200" b="1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"genuinely tailored,"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real NVIDIA APIs and real integration stubs.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grade points are named, measurable failure classes with concrete fixes queued — not mysteries.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SDK Orchestrator   · 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SDK Orchestrator — Experimentation Deck</dc:title>
  <dc:subject>PptxGenJS Presentation</dc:subject>
  <dc:creator>NVIDIA SDK Orchestrator</dc:creator>
  <cp:lastModifiedBy>NVIDIA SDK Orchestrator</cp:lastModifiedBy>
  <cp:revision>1</cp:revision>
  <dcterms:created xsi:type="dcterms:W3CDTF">2026-04-22T23:09:41Z</dcterms:created>
  <dcterms:modified xsi:type="dcterms:W3CDTF">2026-04-22T23:09:41Z</dcterms:modified>
</cp:coreProperties>
</file>